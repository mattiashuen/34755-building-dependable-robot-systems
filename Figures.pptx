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3F48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4722D-1400-43D8-9A1B-5E2DAC8ECED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D2FBC-E4E1-4CD3-97B6-A2ACB3A0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7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2FBC-E4E1-4CD3-97B6-A2ACB3A0E2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4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0D0A-AB8D-8B8A-E7D6-AE0654DF9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14F9F-539C-08BF-878D-206898F99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7C729-6FEC-FA4F-4E93-00C1126F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CB7F3-27F2-8C17-E7E6-E4D82EC72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7F49-495C-9C24-3AEE-BC1BA45C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1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4143-9E4C-2DF4-9AFE-8E4F244A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59B2A-457F-D4A5-6311-308A9DF69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2889B-27C6-BE03-50B8-0DB3D0F45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3CB05-C423-D6EE-2F34-7C1AD08B5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D296E-ACB5-749B-D895-893632F2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8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73F0-7942-0989-DE9D-071FCE9C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5488B-B193-C261-CD47-760D79ACE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DF97-F1A8-EDF9-3481-A423BFA4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2D9D9-8820-3BCA-C513-49A97495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F2F57-5F0C-CE4A-0166-BE8B7E9F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71DF-2A6F-61D5-86C8-E4E823032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F9713-2576-002D-9880-DDECE91B6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4EB76-A520-62C5-87EB-4FF3F0E44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DCEFF-0009-A782-C717-B6F6AEF4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AEB17-FB12-E4CB-D408-E404F1A9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09B59-9F35-851B-9ECF-C0F69F8A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1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07C8-9190-4B2C-647B-A472E7F55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C0AD9-3BC2-6151-20A7-E0D7D5DAF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A63EF-A7CC-9830-76CB-7C8DD9833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62D03-EB5B-32FA-C8AE-50257CEF3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6EE38E-090A-01A5-464B-0A03E03AB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327C06-EF6B-0BFC-59A7-113A3203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736BD8-F672-9884-A604-6A48CB23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5AB8A-3DA5-258B-E7C3-60132653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6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BBEA-2375-9561-6BCE-20596A99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3F115-D366-7924-46A8-B8B3F077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29594-650C-6A74-4AB5-B55F15541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BBE4A-67A1-37FB-EECA-E2D776E1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81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672B6-527A-CAC1-0117-26787B70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235D-F077-EFD8-3170-A0E25B48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CF0F5-D5BC-6407-3315-F3196CB7E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4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84B9C-B066-A44D-61A4-66033007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63987-1713-98AF-DF21-B30B8F75A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6D7D3-1F5E-9D4C-20BE-7F6DC99BC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C918B-2BA6-94FA-92B1-C2BF31D3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5BF6A-F1D7-5ABC-5852-ACEDB902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A3230-8E24-4EB0-CB83-0A1137FD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6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7A3E-B890-6F89-3138-C47473B53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3D773-FFE7-A9EC-A76C-3F7234DD9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9B37D-0CA8-46B5-5AF0-B86B02E5D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F79A8-5CBE-C4AD-FF43-1C6C94A7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3DD03-8359-BBF0-5D71-659C1E73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1E8EF-66F0-D7F0-A459-1DFD881A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0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AD35-E89C-9C9E-E474-3FE93C4E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16557-EF2C-F5D0-4E4B-DADDFE882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92486-7E41-C200-B43A-1E519B6F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A72E6-4BE3-B7A9-9F66-2FCCC763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AE465-6413-7F9E-C18F-CD7F6171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9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3A278-6F6A-C202-781C-5422B7A17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03AEC-4C4E-CD6A-C74F-3E8E813B8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443BE-54C0-C639-1A35-098EF606C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3E534-BECD-0B3C-BFD1-77B18EAEA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461D2-E941-AEFD-6F89-B326F504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7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497683-8910-8F57-721B-7AD77851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953CE-A21D-A7F6-15B8-849EF6955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097C7-CB65-1FB8-68F1-D95891755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77F22-8F21-4F4A-8EE8-9ABBCB1E1A1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B452F-DFF1-B3B9-78FE-4C55DDDA5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CF3AF-16F7-C2D7-386D-54EBF630C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AFF8C8-16EF-44C4-9E8F-F19FEB0E2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F1935573-C568-83F6-48A2-63BDA17EA68B}"/>
              </a:ext>
            </a:extLst>
          </p:cNvPr>
          <p:cNvSpPr/>
          <p:nvPr/>
        </p:nvSpPr>
        <p:spPr>
          <a:xfrm>
            <a:off x="6616647" y="4084405"/>
            <a:ext cx="2126385" cy="914400"/>
          </a:xfrm>
          <a:prstGeom prst="ellipse">
            <a:avLst/>
          </a:prstGeom>
          <a:solidFill>
            <a:srgbClr val="99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5A1EC1-D059-AEB8-9796-119AE62DD72F}"/>
              </a:ext>
            </a:extLst>
          </p:cNvPr>
          <p:cNvSpPr/>
          <p:nvPr/>
        </p:nvSpPr>
        <p:spPr>
          <a:xfrm>
            <a:off x="2949558" y="4084405"/>
            <a:ext cx="2126385" cy="914400"/>
          </a:xfrm>
          <a:prstGeom prst="ellipse">
            <a:avLst/>
          </a:prstGeom>
          <a:solidFill>
            <a:srgbClr val="99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D6B68D-43AF-6589-7AEA-D88A88819F02}"/>
              </a:ext>
            </a:extLst>
          </p:cNvPr>
          <p:cNvSpPr/>
          <p:nvPr/>
        </p:nvSpPr>
        <p:spPr>
          <a:xfrm>
            <a:off x="1423518" y="2387265"/>
            <a:ext cx="2126385" cy="914400"/>
          </a:xfrm>
          <a:prstGeom prst="ellipse">
            <a:avLst/>
          </a:prstGeom>
          <a:solidFill>
            <a:srgbClr val="99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8A57D71-E14A-7A3E-5E34-7D125AFFA247}"/>
              </a:ext>
            </a:extLst>
          </p:cNvPr>
          <p:cNvSpPr/>
          <p:nvPr/>
        </p:nvSpPr>
        <p:spPr>
          <a:xfrm rot="18667532">
            <a:off x="2353045" y="1671938"/>
            <a:ext cx="978408" cy="484632"/>
          </a:xfrm>
          <a:prstGeom prst="rightArrow">
            <a:avLst/>
          </a:prstGeom>
          <a:solidFill>
            <a:srgbClr val="E83F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58EEE24-4022-9013-A6A0-873A21CD7E34}"/>
              </a:ext>
            </a:extLst>
          </p:cNvPr>
          <p:cNvSpPr/>
          <p:nvPr/>
        </p:nvSpPr>
        <p:spPr>
          <a:xfrm rot="2932468" flipV="1">
            <a:off x="8243016" y="1675411"/>
            <a:ext cx="978408" cy="484632"/>
          </a:xfrm>
          <a:prstGeom prst="rightArrow">
            <a:avLst/>
          </a:prstGeom>
          <a:solidFill>
            <a:srgbClr val="E83F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254C73D-4419-FEBC-11D8-3DCBDF96D075}"/>
              </a:ext>
            </a:extLst>
          </p:cNvPr>
          <p:cNvSpPr/>
          <p:nvPr/>
        </p:nvSpPr>
        <p:spPr>
          <a:xfrm rot="13267532">
            <a:off x="2525382" y="3520811"/>
            <a:ext cx="978408" cy="484632"/>
          </a:xfrm>
          <a:prstGeom prst="rightArrow">
            <a:avLst/>
          </a:prstGeom>
          <a:solidFill>
            <a:srgbClr val="E83F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743B540-0212-6544-7A4C-8A8DD5EC5C9A}"/>
              </a:ext>
            </a:extLst>
          </p:cNvPr>
          <p:cNvSpPr/>
          <p:nvPr/>
        </p:nvSpPr>
        <p:spPr>
          <a:xfrm rot="8332468" flipV="1">
            <a:off x="8219424" y="3492060"/>
            <a:ext cx="978408" cy="484632"/>
          </a:xfrm>
          <a:prstGeom prst="rightArrow">
            <a:avLst/>
          </a:prstGeom>
          <a:solidFill>
            <a:srgbClr val="E83F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0506049-7084-0ADB-1257-010B575DDD93}"/>
              </a:ext>
            </a:extLst>
          </p:cNvPr>
          <p:cNvSpPr/>
          <p:nvPr/>
        </p:nvSpPr>
        <p:spPr>
          <a:xfrm flipV="1">
            <a:off x="5357090" y="883313"/>
            <a:ext cx="978408" cy="484632"/>
          </a:xfrm>
          <a:prstGeom prst="rightArrow">
            <a:avLst/>
          </a:prstGeom>
          <a:solidFill>
            <a:srgbClr val="E83F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284CD70-F226-CEAE-B053-606144C20054}"/>
              </a:ext>
            </a:extLst>
          </p:cNvPr>
          <p:cNvSpPr/>
          <p:nvPr/>
        </p:nvSpPr>
        <p:spPr>
          <a:xfrm flipH="1" flipV="1">
            <a:off x="5357090" y="4299289"/>
            <a:ext cx="978408" cy="484632"/>
          </a:xfrm>
          <a:prstGeom prst="rightArrow">
            <a:avLst/>
          </a:prstGeom>
          <a:solidFill>
            <a:srgbClr val="E83F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324E23-EF46-D1CC-56A4-4F55109AC365}"/>
              </a:ext>
            </a:extLst>
          </p:cNvPr>
          <p:cNvSpPr txBox="1"/>
          <p:nvPr/>
        </p:nvSpPr>
        <p:spPr>
          <a:xfrm>
            <a:off x="4012750" y="2480006"/>
            <a:ext cx="3645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>
                <a:latin typeface="Arial" panose="020B0604020202020204" pitchFamily="34" charset="0"/>
                <a:cs typeface="Arial" panose="020B0604020202020204" pitchFamily="34" charset="0"/>
              </a:rPr>
              <a:t>Iterative workflow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Graphic 24" descr="Clipboard Mixed outline">
            <a:extLst>
              <a:ext uri="{FF2B5EF4-FFF2-40B4-BE49-F238E27FC236}">
                <a16:creationId xmlns:a16="http://schemas.microsoft.com/office/drawing/2014/main" id="{35A3A55E-BDC3-2351-BEB0-8ED2EB479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1879" y="2752622"/>
            <a:ext cx="536217" cy="536217"/>
          </a:xfrm>
          <a:prstGeom prst="rect">
            <a:avLst/>
          </a:prstGeom>
        </p:spPr>
      </p:pic>
      <p:pic>
        <p:nvPicPr>
          <p:cNvPr id="27" name="Graphic 26" descr="Flowchart outline">
            <a:extLst>
              <a:ext uri="{FF2B5EF4-FFF2-40B4-BE49-F238E27FC236}">
                <a16:creationId xmlns:a16="http://schemas.microsoft.com/office/drawing/2014/main" id="{669A2B90-D014-E783-37A1-0858125188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0480" y="4449109"/>
            <a:ext cx="520181" cy="52018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F21FFB4-D2C5-1ADD-BCD7-4DA839023021}"/>
              </a:ext>
            </a:extLst>
          </p:cNvPr>
          <p:cNvGrpSpPr/>
          <p:nvPr/>
        </p:nvGrpSpPr>
        <p:grpSpPr>
          <a:xfrm>
            <a:off x="8024567" y="2357055"/>
            <a:ext cx="2126385" cy="914400"/>
            <a:chOff x="8024567" y="2357055"/>
            <a:chExt cx="2126385" cy="9144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F695836-4E3F-45AF-80B9-494903C74D2E}"/>
                </a:ext>
              </a:extLst>
            </p:cNvPr>
            <p:cNvSpPr/>
            <p:nvPr/>
          </p:nvSpPr>
          <p:spPr>
            <a:xfrm>
              <a:off x="8024567" y="2357055"/>
              <a:ext cx="2126385" cy="914400"/>
            </a:xfrm>
            <a:prstGeom prst="ellipse">
              <a:avLst/>
            </a:prstGeom>
            <a:solidFill>
              <a:srgbClr val="99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3" name="Graphic 32" descr="Programmer male outline">
              <a:extLst>
                <a:ext uri="{FF2B5EF4-FFF2-40B4-BE49-F238E27FC236}">
                  <a16:creationId xmlns:a16="http://schemas.microsoft.com/office/drawing/2014/main" id="{14FB3D40-6437-5E89-7881-9C30BD2B4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829667" y="2660179"/>
              <a:ext cx="550210" cy="55021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83632E-9382-E931-A287-B734009A57C2}"/>
                </a:ext>
              </a:extLst>
            </p:cNvPr>
            <p:cNvSpPr txBox="1"/>
            <p:nvPr/>
          </p:nvSpPr>
          <p:spPr>
            <a:xfrm>
              <a:off x="8474410" y="2411715"/>
              <a:ext cx="12266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Develop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96182E-5996-D8A8-7BC0-27A4EA80D79E}"/>
              </a:ext>
            </a:extLst>
          </p:cNvPr>
          <p:cNvSpPr txBox="1"/>
          <p:nvPr/>
        </p:nvSpPr>
        <p:spPr>
          <a:xfrm>
            <a:off x="6728749" y="4211153"/>
            <a:ext cx="2062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Functionality test</a:t>
            </a:r>
          </a:p>
        </p:txBody>
      </p:sp>
      <p:pic>
        <p:nvPicPr>
          <p:cNvPr id="40" name="Graphic 39" descr="Test Dummy outline">
            <a:extLst>
              <a:ext uri="{FF2B5EF4-FFF2-40B4-BE49-F238E27FC236}">
                <a16:creationId xmlns:a16="http://schemas.microsoft.com/office/drawing/2014/main" id="{AA4D7842-A348-120C-7508-0EA911B60D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5740" y="4478690"/>
            <a:ext cx="528826" cy="52882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D98379A-5845-CD88-6351-F1BE17750B96}"/>
              </a:ext>
            </a:extLst>
          </p:cNvPr>
          <p:cNvSpPr txBox="1"/>
          <p:nvPr/>
        </p:nvSpPr>
        <p:spPr>
          <a:xfrm>
            <a:off x="3326927" y="4169715"/>
            <a:ext cx="1371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DE04FB-3E41-EADC-4C00-F96BBA1B2696}"/>
              </a:ext>
            </a:extLst>
          </p:cNvPr>
          <p:cNvSpPr txBox="1"/>
          <p:nvPr/>
        </p:nvSpPr>
        <p:spPr>
          <a:xfrm>
            <a:off x="1691729" y="2439929"/>
            <a:ext cx="1635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 test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AE44C0-C738-7103-EE88-E3A0703E237A}"/>
              </a:ext>
            </a:extLst>
          </p:cNvPr>
          <p:cNvGrpSpPr/>
          <p:nvPr/>
        </p:nvGrpSpPr>
        <p:grpSpPr>
          <a:xfrm>
            <a:off x="2949558" y="684710"/>
            <a:ext cx="2126385" cy="914400"/>
            <a:chOff x="2949558" y="684710"/>
            <a:chExt cx="2126385" cy="914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AB5905-6078-F22F-8B8C-1AD619F967B9}"/>
                </a:ext>
              </a:extLst>
            </p:cNvPr>
            <p:cNvSpPr/>
            <p:nvPr/>
          </p:nvSpPr>
          <p:spPr>
            <a:xfrm>
              <a:off x="2949558" y="684710"/>
              <a:ext cx="2126385" cy="914400"/>
            </a:xfrm>
            <a:prstGeom prst="ellipse">
              <a:avLst/>
            </a:prstGeom>
            <a:solidFill>
              <a:srgbClr val="99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" name="Graphic 28" descr="Social network outline">
              <a:extLst>
                <a:ext uri="{FF2B5EF4-FFF2-40B4-BE49-F238E27FC236}">
                  <a16:creationId xmlns:a16="http://schemas.microsoft.com/office/drawing/2014/main" id="{6117E18C-72AC-3EE8-5818-51DA61D1E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723499" y="1044958"/>
              <a:ext cx="525287" cy="525287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4DF6A37-D8FF-60E6-EE44-3CE48F76A5F8}"/>
                </a:ext>
              </a:extLst>
            </p:cNvPr>
            <p:cNvSpPr txBox="1"/>
            <p:nvPr/>
          </p:nvSpPr>
          <p:spPr>
            <a:xfrm>
              <a:off x="3399400" y="740082"/>
              <a:ext cx="12266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Evaluate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C562B96-2885-6C29-013E-1B4837721AAD}"/>
              </a:ext>
            </a:extLst>
          </p:cNvPr>
          <p:cNvGrpSpPr/>
          <p:nvPr/>
        </p:nvGrpSpPr>
        <p:grpSpPr>
          <a:xfrm>
            <a:off x="6616646" y="684710"/>
            <a:ext cx="2126385" cy="914400"/>
            <a:chOff x="6616646" y="684710"/>
            <a:chExt cx="2126385" cy="9144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7C51C53-AAFC-4865-0F82-68E38F330E7B}"/>
                </a:ext>
              </a:extLst>
            </p:cNvPr>
            <p:cNvSpPr/>
            <p:nvPr/>
          </p:nvSpPr>
          <p:spPr>
            <a:xfrm>
              <a:off x="6616646" y="684710"/>
              <a:ext cx="2126385" cy="914400"/>
            </a:xfrm>
            <a:prstGeom prst="ellipse">
              <a:avLst/>
            </a:prstGeom>
            <a:solidFill>
              <a:srgbClr val="99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" name="Graphic 34" descr="Lightbulb outline">
              <a:extLst>
                <a:ext uri="{FF2B5EF4-FFF2-40B4-BE49-F238E27FC236}">
                  <a16:creationId xmlns:a16="http://schemas.microsoft.com/office/drawing/2014/main" id="{2F82CA49-0A96-05B5-2FF2-F4936A3FA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407961" y="1026492"/>
              <a:ext cx="543753" cy="543753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D245197-D606-92EA-B210-155F94186CBC}"/>
                </a:ext>
              </a:extLst>
            </p:cNvPr>
            <p:cNvSpPr txBox="1"/>
            <p:nvPr/>
          </p:nvSpPr>
          <p:spPr>
            <a:xfrm>
              <a:off x="6992840" y="721582"/>
              <a:ext cx="13309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Brainstorm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841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Mattias Benjamin Houen</dc:creator>
  <cp:lastModifiedBy>Mattias Benjamin Houen</cp:lastModifiedBy>
  <cp:revision>2</cp:revision>
  <dcterms:created xsi:type="dcterms:W3CDTF">2026-02-13T14:55:59Z</dcterms:created>
  <dcterms:modified xsi:type="dcterms:W3CDTF">2026-02-20T14:21:14Z</dcterms:modified>
</cp:coreProperties>
</file>